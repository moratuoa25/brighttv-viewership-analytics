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Viewer Gender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Not Specified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81.5</c:v>
                </c:pt>
                <c:pt idx="1">
                  <c:v>9.3</c:v>
                </c:pt>
                <c:pt idx="2">
                  <c:v>9.2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Weekday vs. Weekend Sessions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6600</c:v>
                </c:pt>
                <c:pt idx="1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BrightTV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 &amp; Growth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BrightTV CEO &amp; CVM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108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Moratuoa Nthinya  | 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BrightTV's CEO wants to grow the subscription base this financial year. This analysis turns 10,989 viewing sessions into concrete, actionable insight for the CVM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watching, what, and how much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Consumption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6301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and time-of-day patterns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 Low-Consumption Days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5902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new content investment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5550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expand the subscriber base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10,989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2900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9.14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8972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8972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91,380 min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8972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consumption is recorded per session (one row per viewing session). Timestamps are supplied in UTC.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Watching BrightTV?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937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371600"/>
            <a:ext cx="576072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126480" y="20574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make up 81.5% of sessions — a heavily skewed audience.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sit at just 9.3%, with a further 9.2% unspecified.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one of the clearest growth levers available: content and marketing aimed at women and under-represented viewers could meaningfully expand the base.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data-quality fix alongside this: capture gender at sign-up to shrink the 'unspecified' segment and sharpen future targeting.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Performance: Reach vs. Engagement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Viewed Channels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Watch Time per Session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1168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"Others" (long tail channels)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Live Events wins on both reach and engagement — a strong anchor for promotion. ICC Cricket drives huge reach with shorter average sessions, while several smaller channels retain viewers longer per session than their view count suggests.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Consumption?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630936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09360" y="21031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viewing is more than double weekend viewing — the opposite of the binge-on-weekends pattern typical of streaming platforms.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live, appointment-based content (sport, news, events) driving consumption around work and school schedules.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viewing represents the clearest under-served window — and the best opportunity for new content to lift overall consumption.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Low-Consumption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and Tuesday are the weakest days, climbing steadily toward a Friday peak. The fix isn't just "more weekend content" — it's matching content to the natural rhythm of the week.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on Thu/Fri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content on Thursday and Friday to ride the natural upward momentum into the weekend, rather than fighting the Monday/Tuesday lull.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Blocks Early Week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Monday and Tuesday for rerun/catch-up blocks of proven top performers (Live Events, ICC Cricket) instead of competing with fresh releases on low-viewing days.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Long 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Boomerang, Cartoon Network, and Africa Magic retain viewers longer than their view count suggests — feature them more prominently on the lowest days.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Initiatives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Gap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03520" y="164592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content and marketing that speaks to women and under-represented viewers — currently under 20% of the base combined.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Kids/Family Push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03520" y="283464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Kids, Teens, and Elder segments are tiny next to Young/Adults — new family-friendly content is a natural fit for the low-viewing early-week and weekend slots.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23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the Top Provinces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is concentrated in Gauteng and the Western Cape — regional or language-tailored content could grow smaller provinces.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5212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Live Events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03520" y="5212080"/>
            <a:ext cx="6153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leads on both reach and watch time — expand this category and cross-promote it across other channels.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Moratuoa Nthinya  |  Data Analyst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</a:rPr>
              <a:t>The biggest findings from 10,989 viewing sessions, and what they mean for subscriber growth</a:t>
            </a:r>
            <a:endParaRPr lang="en-US" sz="1300" i="1" dirty="0"/>
          </a:p>
        </p:txBody>
      </p:sp>
      <p:sp>
        <p:nvSpPr>
          <p:cNvPr id="4" name="Bullets"/>
          <p:cNvSpPr/>
          <p:nvPr/>
        </p:nvSpPr>
        <p:spPr>
          <a:xfrm>
            <a:off x="548640" y="1554480"/>
            <a:ext cx="11091672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</a:rPr>
              <a:t>Weekday viewing more than doubles weekend viewing (6,600 vs. 2,500 sessions)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</a:rPr>
              <a:t> — live, appointment-based content is the primary driver of consumption.</a:t>
            </a:r>
          </a:p>
          <a:p>
            <a:pPr algn="l" marL="342900" indent="-3429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</a:rPr>
              <a:t>Male viewers account for 81.5% of the 10,989 sessions analyzed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</a:rPr>
              <a:t> — closing the gender gap is the single largest audience growth opportunity.</a:t>
            </a:r>
          </a:p>
          <a:p>
            <a:pPr algn="l" marL="342900" indent="-3429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</a:rPr>
              <a:t>Increase investment in Live Events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</a:rPr>
              <a:t> because it leads both session volume and engagement, making it the strongest anchor for cross-promotion.</a:t>
            </a:r>
          </a:p>
          <a:p>
            <a:pPr algn="l" marL="342900" indent="-3429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</a:rPr>
              <a:t>Monday and Tuesday sessions are the weakest of the week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</a:rPr>
              <a:t> — shifting premieres to Thursday/Friday and adding early-week catch-up blocks can lift these low-consumption days.</a:t>
            </a:r>
          </a:p>
          <a:p>
            <a:pPr algn="l" marL="342900" indent="-342900">
              <a:buClr>
                <a:srgbClr val="1C7293"/>
              </a:buClr>
              <a:buFont typeface="Arial"/>
              <a:buChar char="•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</a:rPr>
              <a:t>Viewership is concentrated in Gauteng and the Western Cape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</a:rPr>
              <a:t> — regional and language-tailored content is a clear path to expand beyond the top provinces.</a:t>
            </a:r>
          </a:p>
        </p:txBody>
      </p:sp>
      <p:sp>
        <p:nvSpPr>
          <p:cNvPr id="5" name="ClosingBg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E8F1F4"/>
          </a:solidFill>
          <a:ln>
            <a:noFill/>
          </a:ln>
        </p:spPr>
        <p:txBody>
          <a:bodyPr wrap="square" rtlCol="0" anchor="ctr" lIns="228600" rIns="228600" tIns="91440" bIns="91440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1295C"/>
                </a:solidFill>
                <a:latin typeface="Calibri" pitchFamily="34" charset="0"/>
              </a:rPr>
              <a:t>Implementing these recommendations can help BrightTV increase subscriber engagement, improve viewer retention, and support the CEO's goal of growing the subscription base.</a:t>
            </a:r>
          </a:p>
        </p:txBody>
      </p:sp>
      <p:sp>
        <p:nvSpPr>
          <p:cNvPr id="6" name="PageNum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2026-07-16T18:11:49Z</dcterms:created>
  <dcterms:modified xsi:type="dcterms:W3CDTF">2026-07-16T18:11:49Z</dcterms:modified>
</cp:coreProperties>
</file>