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Viewer Gender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Not Specified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81.5</c:v>
                </c:pt>
                <c:pt idx="1">
                  <c:v>9.3</c:v>
                </c:pt>
                <c:pt idx="2">
                  <c:v>9.2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Weekday vs. Weekend Sessions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6600</c:v>
                </c:pt>
                <c:pt idx="1">
                  <c:v>2500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BrightTV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Analytics &amp; Growth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BrightTV CEO &amp; CVM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6108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Moratuoa Nthinya  |  Data Analyst · AI Workflow Builder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BrightTV's CEO wants to grow the subscription base this financial year. This analysis turns 10,989 viewing sessions into concrete, actionable insight for the CVM team.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Usage Trends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watching, what, and how much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Consumption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6301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and time-of-day patterns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 Low-Consumption Days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59028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new content investment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80160" y="55504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to expand the subscriber base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10,989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2900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5,375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2900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9.14 min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Duration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8972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8972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91,380 min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8972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Watch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consumption is recorded per session (one row per viewing session). Timestamps are supplied in UTC.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Watching BrightTV?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49377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371600"/>
            <a:ext cx="5760720" cy="429768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612648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126480" y="205740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 make up 81.5% of sessions — a heavily skewed audience.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viewers sit at just 9.3%, with a further 9.2% unspecified.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imbalance is one of the clearest growth levers available: content and marketing aimed at women and under-represented viewers could meaningfully expand the base.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data-quality fix alongside this: capture gender at sign-up to shrink the 'unspecified' segment and sharpen future targeting.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Performance: Reach vs. Engagement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Viewed Channels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Watch Time per Session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01168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"Others" (long tail channels)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943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Live Events wins on both reach and engagement — a strong anchor for promotion. ICC Cricket drives huge reach with shorter average sessions, while several smaller channels retain viewers longer per session than their view count suggests.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Consumption?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212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37160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630936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09360" y="210312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viewing is more than double weekend viewing — the opposite of the binge-on-weekends pattern typical of streaming platforms.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live, appointment-based content (sport, news, events) driving consumption around work and school schedules.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viewing represents the clearest under-served window — and the best opportunity for new content to lift overall consumption.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Low-Consumption Days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and Tuesday are the weakest days, climbing steadily toward a Friday peak. The fix isn't just "more weekend content" — it's matching content to the natural rhythm of the week.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on Thu/Fri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 content on Thursday and Friday to ride the natural upward momentum into the weekend, rather than fighting the Monday/Tuesday lull.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Catch-Up Blocks Early Week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Monday and Tuesday for rerun/catch-up blocks of proven top performers (Live Events, ICC Cricket) instead of competing with fresh releases on low-viewing days.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Long Tail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93192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Boomerang, Cartoon Network, and Africa Magic retain viewers longer than their view count suggests — feature them more prominently on the lowest days.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Initiatives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Gender Gap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03520" y="1645920"/>
            <a:ext cx="6153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content and marketing that speaks to women and under-represented viewers — currently under 20% of the base combined.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71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834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Kids/Family Push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03520" y="2834640"/>
            <a:ext cx="6153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Kids, Teens, and Elder segments are tiny next to Young/Adults — new family-friendly content is a natural fit for the low-viewing early-week and weekend slots.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0233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the Top Provinces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03520" y="4023360"/>
            <a:ext cx="6153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is concentrated in Gauteng and the Western Cape — regional or language-tailored content could grow smaller provinces.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5212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Live Events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03520" y="5212080"/>
            <a:ext cx="6153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leads on both reach and watch time — expand this category and cross-promote it across other channels.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Moratuoa Nthinya  |  Data Analyst · AI Workflow Builder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2026-07-16T18:11:49Z</dcterms:created>
  <dcterms:modified xsi:type="dcterms:W3CDTF">2026-07-16T18:11:49Z</dcterms:modified>
</cp:coreProperties>
</file>